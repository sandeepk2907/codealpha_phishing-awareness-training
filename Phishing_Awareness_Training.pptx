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Yourself &amp; Your Organization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Training Module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 attack method where attackers trick you into: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sensitive personal or financial information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malicious links that install malware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 infected attachments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security measures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2743200" cy="2560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737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data breaches are caused by phishing emails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 Phishing Emails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Watch For: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 or personal info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 email addresses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Misspellings and poor grammar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 (Dear User)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Tactics: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verification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 information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reset your password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you've won!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refunds or credits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Fake Websites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of Fraudulent Websites: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Mismatch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the URL matches the legitimate website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icon or 'https://' in the address bar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layouts, broken images, or spelling errors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Requests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sensitive info you'd never share online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redirects or slow loading times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56616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Look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layout differs from what you normally see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panic to make you act without thinking (account locked, payment issue)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Impersonation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from IT, HR, management, or trusted organizations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Rapport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false relationships to gain your confidence and information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Manipulation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prizes, bonuses, or special offers to encourage clicking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Stay Safe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DO's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identity before clicking links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see actual URL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secure HTTPS connection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personal/financial info via email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 from unknown senders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download unexpected attachments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reply to suspicious emails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re-enter passwords after clicking links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ignore warning messages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Phishing Email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secure-verify@bankservices-us.com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URGENT: Verify Your Account Immediately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security has been compromised. We need you to verify your information immediately by clicking the link below: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VERIFY ACCOUNT 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verify within 24 hours will result in account suspension.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Red Flags: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 • Suspicious sender email • Generic greeting • Pressure tactics • Requests for sensitive info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Fake Website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LEGITIMATE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https://www.yourbank.com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Padlock icon visible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logo and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form fields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spelling errors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11480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PHISHING 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https://www.yourban k.com (note space)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padlock icon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quality logo/design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unusual info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Misspellings and errors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- Question 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email from 'noreply-verify@bankofamerica-secure.com' asking you to confirm your password. The email has urgent language and poor formatting. What should you do?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848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the link and update your password immediately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334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Reply to the email asking for clarification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821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Do not click any links. Contact your bank directly using the number on your bank card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307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Forward the email to friends as a warning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C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- Question 2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verify if a website is legitimate before entering your login credentials?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933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Check if the page has a nice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420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Look for the padlock icon and verify the URL matches exactly with 'https://' protocol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Look at the email sender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Count the number of links on the 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B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- Question 3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NOT a red flag for phishing?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019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Email asking you to verify your password immediately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505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Professional greeting with your actual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Unknown sender with poor grammar in the message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47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Email asking you to click a link to confirm payment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Suspect a Phishing Attack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143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what you're doing immediately. Don't provide any information.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email to your IT/Security team right away.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514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the organization mentioned in the email (call directly, don't use provided numbers).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 immediately using a secure device.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your accounts for any suspicious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Phishing is a serious threat - stay vigilant and skeptical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click links or download attachments from unknown senders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verify URLs and look for security indicators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When in doubt, contact organizations directly using official numbers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 suspicious emails to your security team immediately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Your security awareness is your organization's best defense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Security Aware • Stay Protected • Stay Safe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73152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Contact: security@yourcompany.com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Security Training Team</dc:creator>
  <cp:lastModifiedBy>Security Training Team</cp:lastModifiedBy>
  <cp:revision>1</cp:revision>
  <dcterms:created xsi:type="dcterms:W3CDTF">2026-05-21T05:01:43Z</dcterms:created>
  <dcterms:modified xsi:type="dcterms:W3CDTF">2026-05-21T05:01:43Z</dcterms:modified>
</cp:coreProperties>
</file>